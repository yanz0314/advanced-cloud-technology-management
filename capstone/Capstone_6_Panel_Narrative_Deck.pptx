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Transformation Simulation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6-panel narrative deck across cost, reliability, and adoption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Panel 1: Budget Planning &amp; Cost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Set the baseline economics and ROI sensitivity over 5 years to frame investment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97280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A5A5A"/>
                </a:solidFill>
              </a:defRPr>
            </a:pPr>
            <a:r>
              <a:t>Screenshot placeholder</a:t>
            </a:r>
          </a:p>
          <a:p>
            <a:r>
              <a:t>(Add panel screenshot image to auto-fill next run)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Panel 5: DevOps Automation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Show how automation and team design influence deployment speed and failure reduction.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97280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A5A5A"/>
                </a:solidFill>
              </a:defRPr>
            </a:pPr>
            <a:r>
              <a:t>Screenshot placeholder</a:t>
            </a:r>
          </a:p>
          <a:p>
            <a:r>
              <a:t>(Add panel screenshot image to auto-fill next run)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Panel 6: Uptime vs Cost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Demonstrate resilience design choices and the cost required to achieve uptime targets.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97280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A5A5A"/>
                </a:solidFill>
              </a:defRPr>
            </a:pPr>
            <a:r>
              <a:t>Screenshot placeholder</a:t>
            </a:r>
          </a:p>
          <a:p>
            <a:r>
              <a:t>(Add panel screenshot image to auto-fill next run)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Panel 8/9: Adoption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Link internal adoption readiness with customer diffusion to explain scale-up timing.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97280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A5A5A"/>
                </a:solidFill>
              </a:defRPr>
            </a:pPr>
            <a:r>
              <a:t>Screenshot placeholder</a:t>
            </a:r>
          </a:p>
          <a:p>
            <a:r>
              <a:t>(Add panel screenshot image to auto-fill next run)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Summary Metrics &amp; Managerial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303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Summary Metrics (reference scenario)</a:t>
            </a:r>
          </a:p>
          <a:p>
            <a:pPr>
              <a:defRPr sz="1600"/>
            </a:pPr>
            <a:r>
              <a:t>- ROI: ~62.8% over 3-year horizon</a:t>
            </a:r>
          </a:p>
          <a:p>
            <a:pPr>
              <a:defRPr sz="1600"/>
            </a:pPr>
            <a:r>
              <a:t>- Expected Uptime: ~99.36% (Redundancy 3, Single-Region)</a:t>
            </a:r>
          </a:p>
          <a:p>
            <a:pPr>
              <a:defRPr sz="1600"/>
            </a:pPr>
            <a:r>
              <a:t>- Adoption: ~80%+ achievable by month 6 with strong enablement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005840"/>
            <a:ext cx="5486400" cy="4389120"/>
          </a:xfrm>
          <a:prstGeom prst="rect">
            <a:avLst/>
          </a:prstGeom>
          <a:solidFill>
            <a:srgbClr val="EAF4FF"/>
          </a:solidFill>
          <a:ln>
            <a:solidFill>
              <a:srgbClr val="39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b="1" sz="1800"/>
            </a:pPr>
            <a:r>
              <a:t>Conclusion (Managerial Insights)</a:t>
            </a:r>
          </a:p>
          <a:p>
            <a:pPr>
              <a:defRPr sz="1400"/>
            </a:pPr>
            <a:r>
              <a:t>1) Prioritize reliability investments that maximize uptime before scaling spend.</a:t>
            </a:r>
          </a:p>
          <a:p>
            <a:pPr>
              <a:defRPr sz="1400"/>
            </a:pPr>
            <a:r>
              <a:t>2) Use automation gains to improve customer trust and reduce adoption friction.</a:t>
            </a:r>
          </a:p>
          <a:p>
            <a:pPr>
              <a:defRPr sz="1400"/>
            </a:pPr>
            <a:r>
              <a:t>3) Coordinate leadership engagement and training with go-to-market execution.</a:t>
            </a:r>
          </a:p>
          <a:p>
            <a:pPr>
              <a:defRPr sz="1400"/>
            </a:pPr>
            <a:r>
              <a:t>4) Monitor ROI, uptime, and adoption together as a single operating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